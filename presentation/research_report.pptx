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LaTeX-generated slide. Edit presentation/main.tex and regenerate.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LaTeX-generated slide. Edit presentation/main.tex and regenerate.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LaTeX-generated slide. Edit presentation/main.tex and regenerate.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LaTeX-generated slide. Edit presentation/main.tex and regenerate.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LaTeX-generated slide. Edit presentation/main.tex and regenerate.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LaTeX-generated slide. Edit presentation/main.tex and regenerate.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LaTeX-generated slide. Edit presentation/main.tex and regenerate.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LaTeX-generated slide. Edit presentation/main.tex and regenerate.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LaTeX-generated slide. Edit presentation/main.tex and regenerate.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模型融合的后处理防御</dc:title>
  <dc:subject>两种方案与攻击评估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